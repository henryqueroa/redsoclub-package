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C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14884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Arial"/>
              </a:rPr>
              <a:t>Lo que los creadores exitosos</a:t>
            </a:r>
          </a:p>
          <a:p>
            <a:pPr algn="ctr">
              <a:spcAft>
                <a:spcPts val="1600"/>
              </a:spcAft>
            </a:pPr>
            <a:r>
              <a:rPr sz="5200" b="1" i="0">
                <a:solidFill>
                  <a:srgbClr val="0A1929"/>
                </a:solidFill>
                <a:latin typeface="Arial"/>
              </a:rPr>
              <a:t>tienen en común</a:t>
            </a:r>
          </a:p>
          <a:p>
            <a:pPr algn="ctr"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Taller gratuito con María Valeria (@sincerelymvu)  ·  Miércoles 22 de julio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53128" y="5394960"/>
            <a:ext cx="329184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0A6E7C"/>
                </a:solidFill>
                <a:latin typeface="Arial"/>
              </a:rPr>
              <a:t>Escribe tu país en el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hora]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QUIÉN TE HABLA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Yo trabajaba en una panadería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Y empecé a crear contenido en 2016, sin contactos y sin equipo caro.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14B8C4"/>
                </a:solidFill>
                <a:latin typeface="Arial"/>
              </a:rPr>
              <a:t>1.5M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175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14B8C4"/>
                </a:solidFill>
                <a:latin typeface="Arial"/>
              </a:rPr>
              <a:t>864k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INSTAGRAM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30175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14B8C4"/>
                </a:solidFill>
                <a:latin typeface="Arial"/>
              </a:rPr>
              <a:t>577k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YOUTUBE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30175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14B8C4"/>
                </a:solidFill>
                <a:latin typeface="Arial"/>
              </a:rPr>
              <a:t>+2.6M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SEGUIDORES EN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A6E7C"/>
                </a:solidFill>
                <a:latin typeface="Arial"/>
              </a:rPr>
              <a:t>Vivo 100% de las redes sociales. Y estuve exactamente donde tú estás ahora.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ESTO NO FUNCIONA SOLO PARA MÍ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Más de 5,000 creadores ya cruzaron ese puente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77440"/>
            <a:ext cx="7498079" cy="228600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578608"/>
            <a:ext cx="694943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"Tenía 0 seguidores y logré crecer a 193,000 en Instagram y a 219k en TikTok"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Veronica Dominguez  ·  @Veritomom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0 → 193k IG · 219k TikTok</a:t>
            </a:r>
          </a:p>
        </p:txBody>
      </p:sp>
      <p:pic>
        <p:nvPicPr>
          <p:cNvPr id="6" name="Picture 5" descr="testimonio-veron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2377440"/>
            <a:ext cx="3108960" cy="17487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120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Guárdate su nombre. Vamos a volver a 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0149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Antes de empezar, un trato</a:t>
            </a:r>
          </a:p>
          <a:p>
            <a:pPr algn="ctr"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Si hoy te muestro un plan que sí puedes seguir,</a:t>
            </a:r>
          </a:p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¿te comprometes a dejar de improvisar tu contenido esta misma semana?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27448" y="489204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0A1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Escribe SÍ en el 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HABLEMOS CLARO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Sé lo que estás pensando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820095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A1929"/>
                </a:solidFill>
                <a:latin typeface="Arial"/>
              </a:rPr>
              <a:t>•  No tengo tiempo:  Claudia trabajaba 11 horas al día. Esto necesita dirección, no más horas.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A1929"/>
                </a:solidFill>
                <a:latin typeface="Arial"/>
              </a:rPr>
              <a:t>•  Ya intenté cursos:  no te faltó información, te faltó secuencia.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A1929"/>
                </a:solidFill>
                <a:latin typeface="Arial"/>
              </a:rPr>
              <a:t>•  No tengo seguidores:  Veronica empezó con 0. Hay colaboraciones desde 1,000 seguidores.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A1929"/>
                </a:solidFill>
                <a:latin typeface="Arial"/>
              </a:rPr>
              <a:t>•  Me falta constancia:  el secreto 3 de hoy es justamente ese.</a:t>
            </a:r>
          </a:p>
          <a:p>
            <a:pPr algn="l">
              <a:spcAft>
                <a:spcPts val="1400"/>
              </a:spcAft>
            </a:pPr>
            <a:r>
              <a:rPr sz="1900" b="0" i="0">
                <a:solidFill>
                  <a:srgbClr val="0A1929"/>
                </a:solidFill>
                <a:latin typeface="Arial"/>
              </a:rPr>
              <a:t>•  El dinero:  hoy vinimos a enseñarte. Quédate hasta el final.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A DÓNDE VAMOS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De estancada a en movimiento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Imagínate un lunes, en 90 días.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5212080" cy="329184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2468880"/>
            <a:ext cx="5212080" cy="3291840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5B6B7B"/>
                </a:solidFill>
                <a:latin typeface="Arial"/>
              </a:rPr>
              <a:t>HOY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1929"/>
                </a:solidFill>
                <a:latin typeface="Arial"/>
              </a:rPr>
              <a:t>•  Publicas cuando puedes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1929"/>
                </a:solidFill>
                <a:latin typeface="Arial"/>
              </a:rPr>
              <a:t>•  Adivinas qué funciona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1929"/>
                </a:solidFill>
                <a:latin typeface="Arial"/>
              </a:rPr>
              <a:t>•  Las marcas no te ven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0A1929"/>
                </a:solidFill>
                <a:latin typeface="Arial"/>
              </a:rPr>
              <a:t>•  Lo haces sola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5176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EN 90 DÍAS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Sabes qué publicar cada semana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Mides lo que funciona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Tu perfil está listo para marcas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•  Tienes comunidad y guía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EL MAPA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Los 3 secretos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1.  Por qué publicar MÁS no es la respuesta (y qué premia el algoritmo en realidad)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2.  El error de perfil que hace que las marcas te pasen de largo, aunque tu contenido sea bueno</a:t>
            </a:r>
          </a:p>
          <a:p>
            <a:pPr algn="l">
              <a:spcAft>
                <a:spcPts val="18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3.  Qué hicieron distinto las creadoras que no abandonaron a las 3 semanas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94960"/>
            <a:ext cx="2377440" cy="50292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Escribe VAMOS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377440"/>
            <a:ext cx="10149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200" b="1" i="0">
                <a:solidFill>
                  <a:srgbClr val="5B6B7B"/>
                </a:solidFill>
                <a:latin typeface="Arial"/>
              </a:rPr>
              <a:t>Mi contrato contigo:</a:t>
            </a:r>
          </a:p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0A1929"/>
                </a:solidFill>
                <a:latin typeface="Arial"/>
              </a:rPr>
              <a:t>Al final de esta parte vas a saber exactamente qué publicar cada semana.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#1 · EL PLAN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El error: improvisar cada lunes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Publicar más no es la respuesta. El algoritmo premia consistencia con dirección.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82009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0A1929"/>
                </a:solidFill>
                <a:latin typeface="Arial"/>
              </a:rPr>
              <a:t>•  Llega el lunes y abres la app sin plan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0A1929"/>
                </a:solidFill>
                <a:latin typeface="Arial"/>
              </a:rPr>
              <a:t>•  Miras qué hacen otras y improvisas algo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0A1929"/>
                </a:solidFill>
                <a:latin typeface="Arial"/>
              </a:rPr>
              <a:t>•  Lo subes tarde y esperas que funcione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0A1929"/>
                </a:solidFill>
                <a:latin typeface="Arial"/>
              </a:rPr>
              <a:t>•  El algoritmo lee: cuenta impredecible. Y no la empuja.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#1 · EL PLAN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A1929"/>
                </a:solidFill>
                <a:latin typeface="Arial"/>
              </a:rPr>
              <a:t>Lunes sabes qué publicas. Martes qué grabas. Viernes qué mides.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331720"/>
            <a:ext cx="329184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6E7C"/>
                </a:solidFill>
                <a:latin typeface="Arial"/>
              </a:rPr>
              <a:t>LUNES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1929"/>
                </a:solidFill>
                <a:latin typeface="Arial"/>
              </a:rPr>
              <a:t>Publicas lo planificado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331720"/>
            <a:ext cx="329184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6E7C"/>
                </a:solidFill>
                <a:latin typeface="Arial"/>
              </a:rPr>
              <a:t>MARTES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1929"/>
                </a:solidFill>
                <a:latin typeface="Arial"/>
              </a:rPr>
              <a:t>Grabas en bloque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331720"/>
            <a:ext cx="3291840" cy="137160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6E7C"/>
                </a:solidFill>
                <a:latin typeface="Arial"/>
              </a:rPr>
              <a:t>VIERNES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0A1929"/>
                </a:solidFill>
                <a:latin typeface="Arial"/>
              </a:rPr>
              <a:t>Mides 3 números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77639"/>
            <a:ext cx="7498079" cy="182880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78807"/>
            <a:ext cx="6949439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"Empecé en mayo con solo 10,000 seguidores, y ahora tengo una comunidad de más de 185,000"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Maria Arteaga  ·  @dramelyfit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3 años estancada → plan semanal → 185k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480560"/>
            <a:ext cx="3017520" cy="566928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Escribe tu día de planificación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#2 · EL PUENTE A LAS MARCAS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El error: esperar a ser grande para monetizar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Las marcas no buscan el número más grande. Buscan perfiles claros.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i="0">
                <a:solidFill>
                  <a:srgbClr val="5B6B7B"/>
                </a:solidFill>
                <a:latin typeface="Arial"/>
              </a:rPr>
              <a:t>Tu perfil tiene 5 segundos para responder: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A1929"/>
                </a:solidFill>
                <a:latin typeface="Arial"/>
              </a:rPr>
              <a:t>•  ¿De qué va tu cuenta?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A1929"/>
                </a:solidFill>
                <a:latin typeface="Arial"/>
              </a:rPr>
              <a:t>•  ¿A quién le hablas?</a:t>
            </a:r>
          </a:p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0A1929"/>
                </a:solidFill>
                <a:latin typeface="Arial"/>
              </a:rPr>
              <a:t>•  ¿Cómo te contacto?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Si no responde, la marca pasa de largo. Aunque tu contenido sea bueno.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#2 · EL PUENTE A LAS MARCAS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Las marcas no se persiguen. Se atraen y se contactan.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820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•  Perfil preparado: tu vitrina, no tu diario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•  Pitch corto que sí se responde: las que cobran escriben primero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•  Cobrar por engagement real, no por número de seguidores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#2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Marcas reales pagando a creadoras reales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286000"/>
            <a:ext cx="5394960" cy="265176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87168"/>
            <a:ext cx="484632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"Un año después estoy trabajando con marcas reconocidas como Garnier, Nutricina, Loreal, Armani"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Gabriela  ·  @Gabrielarbueaty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Historia de su propio anuncio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286000"/>
            <a:ext cx="5166360" cy="265176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487168"/>
            <a:ext cx="461772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"Dos marcas increíbles me pagaron por mi contenido en redes sociales"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Andreina Diglio  ·  @Ahorasoycocinera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Mamá, contadora, cocinera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2651760" cy="50292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Escribe PUENTE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#3 · LA CONSTANCIA ESTRUCTURADA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No necesitas motivación. Necesitas estructura.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La motivación es gasolina de arranque, no de viaje.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0A1929"/>
                </a:solidFill>
                <a:latin typeface="Arial"/>
              </a:rPr>
              <a:t>El progreso real se construye con días normales.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5B6B7B"/>
                </a:solidFill>
                <a:latin typeface="Arial"/>
              </a:rPr>
              <a:t>La pregunta no es cómo motivarte más. Es qué estructura te sostiene cuando la motivación baja.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#3 · LA CONSTANCIA ESTRUCTURADA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0A1929"/>
                </a:solidFill>
                <a:latin typeface="Arial"/>
              </a:rPr>
              <a:t>La estructura que sostiene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329184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74320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6E7C"/>
                </a:solidFill>
                <a:latin typeface="Arial"/>
              </a:rPr>
              <a:t>LIVES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Todos los domingos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2468880"/>
            <a:ext cx="329184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9432" y="274320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6E7C"/>
                </a:solidFill>
                <a:latin typeface="Arial"/>
              </a:rPr>
              <a:t>COMUNIDAD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Creadoras activas cada semana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2468880"/>
            <a:ext cx="3291840" cy="237744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7032" y="2743200"/>
            <a:ext cx="2788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A6E7C"/>
                </a:solidFill>
                <a:latin typeface="Arial"/>
              </a:rPr>
              <a:t>TU GUÍA 1 A 1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Student Success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A6E7C"/>
                </a:solidFill>
                <a:latin typeface="Arial"/>
              </a:rPr>
              <a:t>Sola dependes de tu ánimo. Acompañada dependes del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SECRETO #3 · PRUEBA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Las que se quedaron, ganaron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4560"/>
            <a:ext cx="5394960" cy="2468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395728"/>
            <a:ext cx="484632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"Estaba trabajando 11 horas al día como profesora... Hoy tengo más de 608,000 seguidores en Instagram"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Claudia Gonzalez  ·  @englishbyclau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3,000 seguidores al empezar · vive 100% de sus redes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2194560"/>
            <a:ext cx="5166360" cy="2468880"/>
          </a:xfrm>
          <a:prstGeom prst="rect">
            <a:avLst/>
          </a:prstGeom>
          <a:solidFill>
            <a:srgbClr val="F4F7F9"/>
          </a:solidFill>
          <a:ln w="12700">
            <a:solidFill>
              <a:srgbClr val="E5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395728"/>
            <a:ext cx="4617720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1">
                <a:solidFill>
                  <a:srgbClr val="0A1929"/>
                </a:solidFill>
                <a:latin typeface="Arial"/>
              </a:rPr>
              <a:t>"Tenía 0 seguidores y logré crecer a 193,000 en Instagram"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A6E7C"/>
                </a:solidFill>
                <a:latin typeface="Arial"/>
              </a:rPr>
              <a:t>Veronica Dominguez  ·  @Veritomom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¿Te acuerdas de ella?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A1929"/>
                </a:solidFill>
                <a:latin typeface="Arial"/>
              </a:rPr>
              <a:t>1. ¿Esto te pareció valioso?   2. ¿Ves tu cuenta creciendo con estos 3 secretos?   3. ¿Quieres conocer la forma de aplicarlos sin descifrarlo sola?</a:t>
            </a:r>
          </a:p>
          <a:p>
            <a:pPr algn="l">
              <a:spcAft>
                <a:spcPts val="0"/>
              </a:spcAft>
            </a:pPr>
            <a:r>
              <a:rPr sz="1500" b="0" i="1">
                <a:solidFill>
                  <a:srgbClr val="5B6B7B"/>
                </a:solidFill>
                <a:latin typeface="Arial"/>
              </a:rPr>
              <a:t>Responde en el chat. Viene la sorpresa que te prometimos.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ANTES DE LA SORPRESA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En menos de una hora, ya tienes...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8200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El plan semanal que mata la improvisación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Tu día de planificación elegido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Las 3 preguntas que tu perfil debe responder en 5 segundos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La regla de oro del pitch: escribir primero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Cobrar por engagement, no por vanidad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La estructura que sostiene la constancia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3 historias reales que prueban que el camino existe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RESPÓNDEME CON HONESTIDAD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Sabiendo lo que ahora sabes...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8200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1.  ¿Te sientes con más claridad que hace una hora?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2.  ¿Valió la pena conectarte hoy?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3.  ¿Ves la ventaja que tienes sobre quien sigue improvisando?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4.  ¿Te imaginas aplicando esto en tu cuenta esta semana?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5.  Si solo usaras UNA de estas 3 claves, ¿ya habría valido la pena?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6.  ¿Te gustaría ir más profundo que lo que un taller de una hora permite?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2860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Tenía dos opciones contigo</a:t>
            </a:r>
          </a:p>
          <a:p>
            <a:pPr algn="ctr">
              <a:spcAft>
                <a:spcPts val="40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Desearte suerte para que lo logres sola...</a:t>
            </a:r>
          </a:p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A1929"/>
                </a:solidFill>
                <a:latin typeface="Arial"/>
              </a:rPr>
              <a:t>o tomar un rol activo en tu resultado. Elegí la segunda.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C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051560"/>
            <a:ext cx="1371600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27432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RedsoClub</a:t>
            </a:r>
          </a:p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0A1929"/>
                </a:solidFill>
                <a:latin typeface="Arial"/>
              </a:rPr>
              <a:t>El club donde tu cuenta deja de estar sola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El plan, las marcas y la comunidad, todo en un solo lugar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LA SORPRESA · QUÉ HAY ADENTRO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Todo lo que hay adentro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10820095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Más de 200 cursos on-demand (secreto 1, 2 y 3 en profundidad)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RedsoClub Journey: el plan semanal armado paso a paso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Lives todos los domingos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Comunidad activa de creadoras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Sesiones 1 a 1 con Student Success Managers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App móvil, acceso 24/7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0A1929"/>
                </a:solidFill>
                <a:latin typeface="Arial"/>
              </a:rPr>
              <a:t>•  Oportunidades de colaboraciones y campañas con marcas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HAGAMOS CUENTAS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A1929"/>
                </a:solidFill>
                <a:latin typeface="Arial"/>
              </a:rPr>
              <a:t>Lo que esto costaría por separado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5B6B7B"/>
                </a:solidFill>
                <a:latin typeface="Arial"/>
              </a:rPr>
              <a:t>$200-500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UN SOLO CURSO EN EL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5603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14B8C4"/>
                </a:solidFill>
                <a:latin typeface="Arial"/>
              </a:rPr>
              <a:t>200+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CURSOS ADENTRO DEL CLUB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25603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5400" b="1" i="0">
                <a:solidFill>
                  <a:srgbClr val="0A6E7C"/>
                </a:solidFill>
                <a:latin typeface="Arial"/>
              </a:rPr>
              <a:t>+</a:t>
            </a:r>
          </a:p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6B7B"/>
                </a:solidFill>
                <a:latin typeface="Arial"/>
              </a:rPr>
              <a:t>LIVES · COMUNIDAD · TU GUÍA 1 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54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A1929"/>
                </a:solidFill>
                <a:latin typeface="Arial"/>
              </a:rPr>
              <a:t>Si esto se vendiera por piezas, armarlo costaría miles.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LA OPCIÓN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 i="0">
                <a:solidFill>
                  <a:srgbClr val="0A6E7C"/>
                </a:solidFill>
                <a:latin typeface="Arial"/>
              </a:rPr>
              <a:t>$239.52 al año</a:t>
            </a:r>
          </a:p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0A1929"/>
                </a:solidFill>
                <a:latin typeface="Arial"/>
              </a:rPr>
              <a:t>Es decir, $19.96 al mes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O mensual a $24.95 (menos que un café al día). Tú eliges.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36008" y="434340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Ahorras $59 al año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74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Y hoy, el anual viene con regalos que el mensual no tiene.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SOLO ANUAL · SOLO EN LA VENTANA DEL TALLER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con RedsoClub]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0A1929"/>
                </a:solidFill>
                <a:latin typeface="Arial"/>
              </a:rPr>
              <a:t>Bono 1: Diagnóstico de Creadora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Valor por separado: $47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Sabrás exactamente en qué etapa estás y qué track seguir (0-10k · 10-50k · 50k+ · monetización)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Mata: esto no es para mi situación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SOLO ANUAL · SOLO EN LA VENTANA DEL TALLER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con RedsoClub]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0A1929"/>
                </a:solidFill>
                <a:latin typeface="Arial"/>
              </a:rPr>
              <a:t>Bono 2: Plantilla de Pitch a Marcas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Valor por separado: $67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El mensaje exacto que se le escribe a una marca, palabra por palabra, con ejemplo real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Mata: no sé monetizar sin ser grande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SOLO ANUAL · SOLO EN LA VENTANA DEL TALLER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con RedsoClub]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0A1929"/>
                </a:solidFill>
                <a:latin typeface="Arial"/>
              </a:rPr>
              <a:t>Bono 3: Calendario del Primer Mes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Valor por separado: $47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Tus primeras 4 semanas de contenido, ya planificadas semana a semana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Mata: no tengo tiempo de armarlo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SOLO ANUAL · SOLO EN LA VENTANA DEL TALLER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con RedsoClub]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0A1929"/>
                </a:solidFill>
                <a:latin typeface="Arial"/>
              </a:rPr>
              <a:t>Bono 4: Workbook del Taller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Valor por separado: $27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Todo lo de hoy en ejercicios: tu día de planificación, tu perfil, tu lista de marcas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El taller no queda guardado. Tu workbook sí.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SOLO ANUAL · SOLO EN LA VENTANA DEL TALLER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con RedsoClub]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0A1929"/>
                </a:solidFill>
                <a:latin typeface="Arial"/>
              </a:rPr>
              <a:t>Bono 5: Tu sesión 1 a 1 en la primera semana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6E7C"/>
                </a:solidFill>
                <a:latin typeface="Arial"/>
              </a:rPr>
              <a:t>Valor por separado: $97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 i="0">
                <a:solidFill>
                  <a:srgbClr val="0A1929"/>
                </a:solidFill>
                <a:latin typeface="Arial"/>
              </a:rPr>
              <a:t>Una Student Success Manager revisa TU cuenta contigo y arma tu arranque</a:t>
            </a:r>
          </a:p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5B6B7B"/>
                </a:solidFill>
                <a:latin typeface="Arial"/>
              </a:rPr>
              <a:t>Mata: siempre abandono a las 3 semanas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07492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14B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Suma de regalos: $285 en bonos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PARA QUE ENTRES TRANQUILA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[CONFIRMAR: hoy rige no-refund]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400" b="1" i="0">
                <a:solidFill>
                  <a:srgbClr val="0A1929"/>
                </a:solidFill>
                <a:latin typeface="Arial"/>
              </a:rPr>
              <a:t>Pruébalo 7 días sin riesgo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5B6B7B"/>
                </a:solidFill>
                <a:latin typeface="Arial"/>
              </a:rPr>
              <a:t>Si tomas el plan anual hoy y en los próximos 7 días sientes que esto no es para ti,</a:t>
            </a:r>
          </a:p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A1929"/>
                </a:solidFill>
                <a:latin typeface="Arial"/>
              </a:rPr>
              <a:t>nos escribes y te devolvemos todo. Sin preguntas incómodas.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¿FUNCIONA PARA ALGUIEN COMO YO?</a:t>
            </a:r>
          </a:p>
        </p:txBody>
      </p:sp>
      <p:pic>
        <p:nvPicPr>
          <p:cNvPr id="3" name="Picture 2" descr="testimonio-veroni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234440"/>
            <a:ext cx="6035040" cy="33947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840" y="489204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Veronica · @Veritomom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9AA7B2"/>
                </a:solidFill>
                <a:latin typeface="Arial"/>
              </a:rPr>
              <a:t>De 0 a 193,000 en Instagram y 219k en TikTok. Lo dice ella, con su cara y su voz.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MÁS CARAS DEL CLUB</a:t>
            </a:r>
          </a:p>
        </p:txBody>
      </p:sp>
      <p:pic>
        <p:nvPicPr>
          <p:cNvPr id="3" name="Picture 2" descr="testimonio-mari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120640" cy="2880360"/>
          </a:xfrm>
          <a:prstGeom prst="rect">
            <a:avLst/>
          </a:prstGeom>
        </p:spPr>
      </p:pic>
      <p:pic>
        <p:nvPicPr>
          <p:cNvPr id="4" name="Picture 3" descr="testimonio-claudi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6304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45262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Maria · @dramelyfit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7B2"/>
                </a:solidFill>
                <a:latin typeface="Arial"/>
              </a:rPr>
              <a:t>3 años estancada → 185k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45262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Claudia · @englishbyclau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7B2"/>
                </a:solidFill>
                <a:latin typeface="Arial"/>
              </a:rPr>
              <a:t>11 horas al día → vive de sus redes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6E7C"/>
                </a:solidFill>
                <a:latin typeface="Arial"/>
              </a:rPr>
              <a:t>LA PREGUNTA INCÓMODA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1858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A1929"/>
                </a:solidFill>
                <a:latin typeface="Arial"/>
              </a:rPr>
              <a:t>¿Cuánto te costó el último año sin plan?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9AA7B2"/>
                </a:solidFill>
                <a:latin typeface="Arial"/>
              </a:rPr>
              <a:t>SEGUIR IGUAL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B6B7B"/>
                </a:solidFill>
                <a:latin typeface="Arial"/>
              </a:rPr>
              <a:t>Horas grabando sin rumbo. Videos que no publicaste. Marcas que no te vieron. Otro año que nadie te devuelve.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3317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A6E7C"/>
                </a:solidFill>
                <a:latin typeface="Arial"/>
              </a:rPr>
              <a:t>90 DÍAS CON PLAN</a:t>
            </a:r>
          </a:p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Cada semana planificada. Tu perfil listo para marcas. Comunidad y guía sosteniendo tu constancia.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redsoclub.com   ·   Plan ANUAL $239.52 ($19.96/mes)   ·   Bonos solo en la ventana del taller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6E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ESTO ES REAL, NO ES TRUCO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73736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Esto no queda guardado</a:t>
            </a:r>
          </a:p>
          <a:p>
            <a:pPr algn="ctr"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Arial"/>
              </a:rPr>
              <a:t>El taller NO queda grabado. Así lo prometimos y así lo cumplimos.</a:t>
            </a:r>
          </a:p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Los 5 bonos son solo de esta ventana del taller.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BFEAEE"/>
                </a:solidFill>
                <a:latin typeface="Arial"/>
              </a:rPr>
              <a:t>La membresía seguirá en la web. Los regalos no.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ventana: 48h]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B8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Hazlo ahora, en 3 pasos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41448" y="278892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A1929"/>
                </a:solidFill>
                <a:latin typeface="Arial"/>
              </a:rPr>
              <a:t>1.  Entra a redsoclub.com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41448" y="356616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A1929"/>
                </a:solidFill>
                <a:latin typeface="Arial"/>
              </a:rPr>
              <a:t>2.  Elige el plan ANUAL ($19.96/mes)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1448" y="4343400"/>
            <a:ext cx="7315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A1929"/>
                </a:solidFill>
                <a:latin typeface="Arial"/>
              </a:rPr>
              <a:t>3.  Escríbenos TALLER para activar tus 5 bonos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5321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0A1929"/>
                </a:solidFill>
                <a:latin typeface="Arial"/>
              </a:rPr>
              <a:t>Tu semana que viene ya está planificada adentro. Te espero en el club.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74320"/>
            <a:ext cx="3017520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A6E7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6E7C"/>
                </a:solidFill>
                <a:latin typeface="Arial"/>
              </a:rPr>
              <a:t>[CONFIRMAR URL y mecánica]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